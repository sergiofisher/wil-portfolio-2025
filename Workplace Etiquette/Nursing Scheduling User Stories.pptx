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9"/>
  </p:notesMasterIdLst>
  <p:sldIdLst>
    <p:sldId id="280" r:id="rId5"/>
    <p:sldId id="281" r:id="rId6"/>
    <p:sldId id="282" r:id="rId7"/>
    <p:sldId id="28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F7BECE-D1C1-432D-8DEA-C6CF724382D5}" type="datetimeFigureOut">
              <a:rPr lang="en-ZA" smtClean="0"/>
              <a:t>2025/08/26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E375E1-9EDD-4F1C-A741-CA8222C6B23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26385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E375E1-9EDD-4F1C-A741-CA8222C6B23B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26208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981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277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205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774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315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334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58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149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512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809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192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2098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324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758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4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7440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large, sitting, white, numbers">
            <a:extLst>
              <a:ext uri="{FF2B5EF4-FFF2-40B4-BE49-F238E27FC236}">
                <a16:creationId xmlns:a16="http://schemas.microsoft.com/office/drawing/2014/main" id="{9A5D9ED1-DFCC-4799-89E2-D118451B98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" y="0"/>
            <a:ext cx="12191356" cy="6858000"/>
          </a:xfrm>
          <a:prstGeom prst="rect">
            <a:avLst/>
          </a:prstGeom>
        </p:spPr>
      </p:pic>
      <p:sp useBgFill="1">
        <p:nvSpPr>
          <p:cNvPr id="96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Nursing Scheduling User Stories</a:t>
            </a:r>
          </a:p>
        </p:txBody>
      </p:sp>
    </p:spTree>
    <p:extLst>
      <p:ext uri="{BB962C8B-B14F-4D97-AF65-F5344CB8AC3E}">
        <p14:creationId xmlns:p14="http://schemas.microsoft.com/office/powerpoint/2010/main" val="1583120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4F58B7C-DAED-6652-57E4-23A886D47147}"/>
              </a:ext>
            </a:extLst>
          </p:cNvPr>
          <p:cNvSpPr/>
          <p:nvPr/>
        </p:nvSpPr>
        <p:spPr>
          <a:xfrm>
            <a:off x="5181600" y="464696"/>
            <a:ext cx="1828800" cy="509665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Student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81C912A-34B5-5168-59D1-A7D8EFE864CF}"/>
              </a:ext>
            </a:extLst>
          </p:cNvPr>
          <p:cNvSpPr/>
          <p:nvPr/>
        </p:nvSpPr>
        <p:spPr>
          <a:xfrm>
            <a:off x="368822" y="1354110"/>
            <a:ext cx="1828800" cy="76449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Student Login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5AF2E84-C67D-6BD8-2F0E-7CC71097586A}"/>
              </a:ext>
            </a:extLst>
          </p:cNvPr>
          <p:cNvSpPr/>
          <p:nvPr/>
        </p:nvSpPr>
        <p:spPr>
          <a:xfrm>
            <a:off x="2345959" y="1374095"/>
            <a:ext cx="1828800" cy="76449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Choose clinical facility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120211E-D771-2C1A-F1E2-75358D2247AB}"/>
              </a:ext>
            </a:extLst>
          </p:cNvPr>
          <p:cNvSpPr/>
          <p:nvPr/>
        </p:nvSpPr>
        <p:spPr>
          <a:xfrm>
            <a:off x="4331220" y="1389086"/>
            <a:ext cx="1828800" cy="76449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View Allocated Facility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859FF88-1772-C3FD-60D8-6C5732AB93EF}"/>
              </a:ext>
            </a:extLst>
          </p:cNvPr>
          <p:cNvSpPr/>
          <p:nvPr/>
        </p:nvSpPr>
        <p:spPr>
          <a:xfrm>
            <a:off x="6308359" y="1441552"/>
            <a:ext cx="1828800" cy="76449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Record Attendance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7FF5941-52C0-2706-F2B6-00D85FC740B1}"/>
              </a:ext>
            </a:extLst>
          </p:cNvPr>
          <p:cNvSpPr/>
          <p:nvPr/>
        </p:nvSpPr>
        <p:spPr>
          <a:xfrm>
            <a:off x="8285498" y="1441552"/>
            <a:ext cx="1828800" cy="76449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Upload Documents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A555866-BDDD-B66C-54A2-0CBCC7FC6813}"/>
              </a:ext>
            </a:extLst>
          </p:cNvPr>
          <p:cNvSpPr/>
          <p:nvPr/>
        </p:nvSpPr>
        <p:spPr>
          <a:xfrm>
            <a:off x="10262637" y="1441552"/>
            <a:ext cx="1828800" cy="76449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Receive notifications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736AE9D-1A6F-AF73-7C3D-0B1E6BE9700C}"/>
              </a:ext>
            </a:extLst>
          </p:cNvPr>
          <p:cNvSpPr/>
          <p:nvPr/>
        </p:nvSpPr>
        <p:spPr>
          <a:xfrm>
            <a:off x="331972" y="2497107"/>
            <a:ext cx="1828799" cy="145029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As a student, I want to log in using my student number and a password I create, so that I can securely access my clinical schedule and personal information</a:t>
            </a:r>
            <a:r>
              <a:rPr lang="en-ZA" sz="1000" dirty="0"/>
              <a:t>.</a:t>
            </a:r>
            <a:endParaRPr lang="en-GB" sz="10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BB149EA-4131-4883-8D11-AE73A6DBFE89}"/>
              </a:ext>
            </a:extLst>
          </p:cNvPr>
          <p:cNvSpPr/>
          <p:nvPr/>
        </p:nvSpPr>
        <p:spPr>
          <a:xfrm>
            <a:off x="2277881" y="2523340"/>
            <a:ext cx="1828800" cy="142406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As a student, I want to choose my preferred clinical facility, so that I can influence where I am placed for clinical practice.</a:t>
            </a:r>
            <a:endParaRPr lang="en-ZA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E826667-4374-8CAB-FE6D-F66F5CD90E8C}"/>
              </a:ext>
            </a:extLst>
          </p:cNvPr>
          <p:cNvSpPr/>
          <p:nvPr/>
        </p:nvSpPr>
        <p:spPr>
          <a:xfrm>
            <a:off x="4297179" y="2568309"/>
            <a:ext cx="1768841" cy="142406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As a student, I want to view the facility where I have been placed, so that I know where to attend clinical practice.</a:t>
            </a:r>
            <a:endParaRPr lang="en-ZA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E7ABC89-A4CB-B9DB-1197-51BC338AAC49}"/>
              </a:ext>
            </a:extLst>
          </p:cNvPr>
          <p:cNvSpPr/>
          <p:nvPr/>
        </p:nvSpPr>
        <p:spPr>
          <a:xfrm>
            <a:off x="6300240" y="2578309"/>
            <a:ext cx="1828800" cy="142406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As a student, I want to record my attendance at my clinical facility, so that my hours are tracked accurately.</a:t>
            </a:r>
            <a:endParaRPr lang="en-ZA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D9E5646-E172-0F81-BE6E-C5BAE66332F4}"/>
              </a:ext>
            </a:extLst>
          </p:cNvPr>
          <p:cNvSpPr/>
          <p:nvPr/>
        </p:nvSpPr>
        <p:spPr>
          <a:xfrm>
            <a:off x="8349518" y="2593300"/>
            <a:ext cx="1768841" cy="145029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As a student, I want to upload documents such as clinical hours or attendance sheets, so that my records are complete.</a:t>
            </a:r>
            <a:endParaRPr lang="en-ZA" sz="12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44C014D-2F85-F95D-7292-FE18F86BA888}"/>
              </a:ext>
            </a:extLst>
          </p:cNvPr>
          <p:cNvSpPr/>
          <p:nvPr/>
        </p:nvSpPr>
        <p:spPr>
          <a:xfrm>
            <a:off x="10338837" y="2578309"/>
            <a:ext cx="1676400" cy="145029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/>
              <a:t>As a student, I want to receive notifications when attendance or documents are approved or rejected, so that I stay informed.</a:t>
            </a:r>
            <a:endParaRPr lang="en-ZA" sz="105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7BD3857-D00F-2717-3168-55626B236C22}"/>
              </a:ext>
            </a:extLst>
          </p:cNvPr>
          <p:cNvSpPr/>
          <p:nvPr/>
        </p:nvSpPr>
        <p:spPr>
          <a:xfrm>
            <a:off x="331971" y="4257207"/>
            <a:ext cx="1828799" cy="20836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Login requires a valid student number and password.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Students must create a password on first login.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Login fails with an error if credentials are incorrect.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Option to reset password if forgotten.</a:t>
            </a:r>
            <a:endParaRPr lang="en-ZA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EDECA9F-668E-82A3-4114-E7363B1280E6}"/>
              </a:ext>
            </a:extLst>
          </p:cNvPr>
          <p:cNvSpPr/>
          <p:nvPr/>
        </p:nvSpPr>
        <p:spPr>
          <a:xfrm>
            <a:off x="2302242" y="4219730"/>
            <a:ext cx="1828799" cy="20836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Students can view a list of available facilities.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Students can select one or more facility preferences.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Preferences are saved to the student profile for admin consideration.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613F7AA-1DBE-7C82-2E11-FF1086F6ECC9}"/>
              </a:ext>
            </a:extLst>
          </p:cNvPr>
          <p:cNvSpPr/>
          <p:nvPr/>
        </p:nvSpPr>
        <p:spPr>
          <a:xfrm>
            <a:off x="4237221" y="4257207"/>
            <a:ext cx="1828799" cy="20836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Dashboard shows allocated facility.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Facility details (name, type, contact info, address) are displayed.</a:t>
            </a:r>
          </a:p>
          <a:p>
            <a:pPr algn="ctr"/>
            <a:endParaRPr lang="en-ZA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BDBC622-894F-5702-5DFF-9D3A8A4E6A98}"/>
              </a:ext>
            </a:extLst>
          </p:cNvPr>
          <p:cNvSpPr/>
          <p:nvPr/>
        </p:nvSpPr>
        <p:spPr>
          <a:xfrm>
            <a:off x="6308359" y="4309672"/>
            <a:ext cx="1828799" cy="20836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Students can check in and check out at the facility.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Attendance records are time-stamped.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Students can view their attendance history.</a:t>
            </a:r>
            <a:endParaRPr lang="en-ZA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C6D31FE-2517-C9A1-8FA2-ED3CDD7CFAF6}"/>
              </a:ext>
            </a:extLst>
          </p:cNvPr>
          <p:cNvSpPr/>
          <p:nvPr/>
        </p:nvSpPr>
        <p:spPr>
          <a:xfrm>
            <a:off x="8349518" y="4309672"/>
            <a:ext cx="1828799" cy="20836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Upload supports PDF and image files.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Uploaded documents are linked to the student’s profile.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Admin can review uploaded documents.</a:t>
            </a:r>
            <a:endParaRPr lang="en-ZA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99D5A1F-0BD4-A4DF-97B4-541E2FF039CC}"/>
              </a:ext>
            </a:extLst>
          </p:cNvPr>
          <p:cNvSpPr/>
          <p:nvPr/>
        </p:nvSpPr>
        <p:spPr>
          <a:xfrm>
            <a:off x="10303548" y="4309672"/>
            <a:ext cx="1828799" cy="20836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Notifications appear in dashboard and optionally via email.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Notifications indicate status changes and comments from mentors/admin.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65077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E25E8D8-CB33-2EEB-0144-D72C2CBBB80C}"/>
              </a:ext>
            </a:extLst>
          </p:cNvPr>
          <p:cNvSpPr/>
          <p:nvPr/>
        </p:nvSpPr>
        <p:spPr>
          <a:xfrm>
            <a:off x="4302177" y="434715"/>
            <a:ext cx="3507698" cy="68954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Clinical Staff/ Mentor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02F2526-86C0-25F9-5648-4940FD6CFCA7}"/>
              </a:ext>
            </a:extLst>
          </p:cNvPr>
          <p:cNvSpPr/>
          <p:nvPr/>
        </p:nvSpPr>
        <p:spPr>
          <a:xfrm>
            <a:off x="974361" y="1618938"/>
            <a:ext cx="2233534" cy="58461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Mentor Login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71468AE-E024-0022-B346-DFC7BC860E14}"/>
              </a:ext>
            </a:extLst>
          </p:cNvPr>
          <p:cNvSpPr/>
          <p:nvPr/>
        </p:nvSpPr>
        <p:spPr>
          <a:xfrm>
            <a:off x="3805003" y="1618938"/>
            <a:ext cx="2233534" cy="58461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View Assigned Students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4C4221D-0727-FECF-40F0-146018E7EDD1}"/>
              </a:ext>
            </a:extLst>
          </p:cNvPr>
          <p:cNvSpPr/>
          <p:nvPr/>
        </p:nvSpPr>
        <p:spPr>
          <a:xfrm>
            <a:off x="6568190" y="1618938"/>
            <a:ext cx="2233534" cy="58461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Approve attendance records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A3AF929-F831-A3F4-F8BB-59DD194222E0}"/>
              </a:ext>
            </a:extLst>
          </p:cNvPr>
          <p:cNvSpPr/>
          <p:nvPr/>
        </p:nvSpPr>
        <p:spPr>
          <a:xfrm>
            <a:off x="9331378" y="1618938"/>
            <a:ext cx="2233534" cy="58461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Review uploaded documents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45098A3-D28F-F9E2-F9C2-0592CB8B7698}"/>
              </a:ext>
            </a:extLst>
          </p:cNvPr>
          <p:cNvSpPr/>
          <p:nvPr/>
        </p:nvSpPr>
        <p:spPr>
          <a:xfrm>
            <a:off x="974361" y="2803161"/>
            <a:ext cx="2233534" cy="134911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As a clinical mentor, I want to log in securely, so that I can access student records I supervise.</a:t>
            </a:r>
            <a:endParaRPr lang="en-ZA" sz="12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4A343E6-19B4-E579-BBE4-3F2682D550A5}"/>
              </a:ext>
            </a:extLst>
          </p:cNvPr>
          <p:cNvSpPr/>
          <p:nvPr/>
        </p:nvSpPr>
        <p:spPr>
          <a:xfrm>
            <a:off x="3805003" y="2754443"/>
            <a:ext cx="2233534" cy="134911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As a clinical mentor, I want to view a list of the students assigned to me, so that I can monitor their clinical progress.</a:t>
            </a:r>
            <a:endParaRPr lang="en-ZA" sz="12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6F5D8A4-6D8F-875D-EDA8-CF2CD1748E97}"/>
              </a:ext>
            </a:extLst>
          </p:cNvPr>
          <p:cNvSpPr/>
          <p:nvPr/>
        </p:nvSpPr>
        <p:spPr>
          <a:xfrm>
            <a:off x="6598173" y="2754443"/>
            <a:ext cx="2233534" cy="134911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As a clinical mentor, I want to approve or verify student attendance records, so that hours are validated correctly.</a:t>
            </a:r>
            <a:endParaRPr lang="en-ZA" sz="12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49E9115-5DD4-A92B-2E76-FE262EBCFE68}"/>
              </a:ext>
            </a:extLst>
          </p:cNvPr>
          <p:cNvSpPr/>
          <p:nvPr/>
        </p:nvSpPr>
        <p:spPr>
          <a:xfrm>
            <a:off x="9331378" y="2754443"/>
            <a:ext cx="2233534" cy="134911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As a mentor, I want to review and comment on uploaded documents, so that I can verify their authenticity</a:t>
            </a:r>
            <a:r>
              <a:rPr lang="en-GB" dirty="0"/>
              <a:t>.</a:t>
            </a:r>
            <a:endParaRPr lang="en-ZA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AA62D0A-1215-356C-46B0-41DB3BC14252}"/>
              </a:ext>
            </a:extLst>
          </p:cNvPr>
          <p:cNvSpPr/>
          <p:nvPr/>
        </p:nvSpPr>
        <p:spPr>
          <a:xfrm>
            <a:off x="869429" y="4572000"/>
            <a:ext cx="2338466" cy="18288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Only authorized mentors can log 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Mentor profile is linked to assigned year level or group of students.</a:t>
            </a:r>
            <a:endParaRPr lang="en-ZA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4224473-E261-8030-2335-D6D8CEC432BA}"/>
              </a:ext>
            </a:extLst>
          </p:cNvPr>
          <p:cNvSpPr/>
          <p:nvPr/>
        </p:nvSpPr>
        <p:spPr>
          <a:xfrm>
            <a:off x="3700071" y="4572000"/>
            <a:ext cx="2338466" cy="18288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Mentor dashboard lists assigned students.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Student details include name, year, facility, and attendance records.</a:t>
            </a:r>
            <a:endParaRPr lang="en-ZA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5A80D7C-E82D-5380-D9F9-2403CDF4A20D}"/>
              </a:ext>
            </a:extLst>
          </p:cNvPr>
          <p:cNvSpPr/>
          <p:nvPr/>
        </p:nvSpPr>
        <p:spPr>
          <a:xfrm>
            <a:off x="6568190" y="4594485"/>
            <a:ext cx="2338466" cy="18288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Mentors can view submitted attendance logs.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Mentors can approve, reject, or comment on logs.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Approved records update student’s total clinical hours.</a:t>
            </a:r>
            <a:endParaRPr lang="en-ZA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E25EB28-BBA0-0D82-A701-1CB49D297360}"/>
              </a:ext>
            </a:extLst>
          </p:cNvPr>
          <p:cNvSpPr/>
          <p:nvPr/>
        </p:nvSpPr>
        <p:spPr>
          <a:xfrm>
            <a:off x="9331378" y="4572000"/>
            <a:ext cx="2338466" cy="18288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Mentors can access uploaded PDFs/images.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Mentors can approve, reject, or provide feedback on documents.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80138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17D78D5-3EC0-9F90-CBFA-9FD7BB1F318E}"/>
              </a:ext>
            </a:extLst>
          </p:cNvPr>
          <p:cNvSpPr/>
          <p:nvPr/>
        </p:nvSpPr>
        <p:spPr>
          <a:xfrm>
            <a:off x="4694419" y="704537"/>
            <a:ext cx="2803161" cy="659567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Admin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805B856-E0E9-B8AC-D55F-F0A464A0A085}"/>
              </a:ext>
            </a:extLst>
          </p:cNvPr>
          <p:cNvSpPr/>
          <p:nvPr/>
        </p:nvSpPr>
        <p:spPr>
          <a:xfrm>
            <a:off x="269823" y="1798817"/>
            <a:ext cx="1603947" cy="659563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400" dirty="0"/>
              <a:t>Admin Login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D833B3-51FE-3CAE-A96C-8CCA53948571}"/>
              </a:ext>
            </a:extLst>
          </p:cNvPr>
          <p:cNvSpPr/>
          <p:nvPr/>
        </p:nvSpPr>
        <p:spPr>
          <a:xfrm>
            <a:off x="8155899" y="1768833"/>
            <a:ext cx="1858780" cy="689541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400" dirty="0"/>
              <a:t>Manage facility information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AA268D7-A2F8-E0DD-C2F8-5BF424FEC6D6}"/>
              </a:ext>
            </a:extLst>
          </p:cNvPr>
          <p:cNvSpPr/>
          <p:nvPr/>
        </p:nvSpPr>
        <p:spPr>
          <a:xfrm>
            <a:off x="6096000" y="1813815"/>
            <a:ext cx="1858780" cy="614585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400" dirty="0"/>
              <a:t>Generate Performance Reports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F89375B-9087-9D40-D716-5FACF604A2B3}"/>
              </a:ext>
            </a:extLst>
          </p:cNvPr>
          <p:cNvSpPr/>
          <p:nvPr/>
        </p:nvSpPr>
        <p:spPr>
          <a:xfrm>
            <a:off x="4138535" y="1798810"/>
            <a:ext cx="1603947" cy="659564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400" dirty="0"/>
              <a:t>Track Clinical Hours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F8EF793-E60B-33FE-72BB-C0631AAA98C5}"/>
              </a:ext>
            </a:extLst>
          </p:cNvPr>
          <p:cNvSpPr/>
          <p:nvPr/>
        </p:nvSpPr>
        <p:spPr>
          <a:xfrm>
            <a:off x="2279755" y="1798813"/>
            <a:ext cx="1603947" cy="659563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400" dirty="0"/>
              <a:t>Assign students to Facilities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31F9994-9473-F41C-AEBF-E7200DBAE7FA}"/>
              </a:ext>
            </a:extLst>
          </p:cNvPr>
          <p:cNvSpPr/>
          <p:nvPr/>
        </p:nvSpPr>
        <p:spPr>
          <a:xfrm>
            <a:off x="269823" y="2885611"/>
            <a:ext cx="1603947" cy="1386586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As an admin, I want to log in securely, so that I can manage placements and student data.</a:t>
            </a:r>
            <a:endParaRPr lang="en-ZA" sz="12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C1C3328-AACC-13D6-0C59-C1D7F04285E6}"/>
              </a:ext>
            </a:extLst>
          </p:cNvPr>
          <p:cNvSpPr/>
          <p:nvPr/>
        </p:nvSpPr>
        <p:spPr>
          <a:xfrm>
            <a:off x="2279755" y="2885611"/>
            <a:ext cx="1603947" cy="1514006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As an admin, I want to assign students to clinical facilities, so that placement is fair and meets requirements.</a:t>
            </a:r>
            <a:endParaRPr lang="en-ZA" sz="12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4079597-3CB9-4AF9-0A1D-FF8156CED83D}"/>
              </a:ext>
            </a:extLst>
          </p:cNvPr>
          <p:cNvSpPr/>
          <p:nvPr/>
        </p:nvSpPr>
        <p:spPr>
          <a:xfrm>
            <a:off x="4138535" y="2848130"/>
            <a:ext cx="1752599" cy="1386586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As an admin, I want to track students’ clinical hours, so that I can ensure program requirements are met.</a:t>
            </a:r>
            <a:endParaRPr lang="en-ZA" sz="12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523D82B-68B2-EFC7-AC6F-A2F157C5FFF7}"/>
              </a:ext>
            </a:extLst>
          </p:cNvPr>
          <p:cNvSpPr/>
          <p:nvPr/>
        </p:nvSpPr>
        <p:spPr>
          <a:xfrm>
            <a:off x="6095999" y="2818152"/>
            <a:ext cx="1858780" cy="1386586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As an admin, I want to generate reports on student performance, so that compliance and progress can be monitored.</a:t>
            </a:r>
            <a:endParaRPr lang="en-ZA" sz="12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A5FDEE2-3381-799A-34EC-243E6B3D3BD8}"/>
              </a:ext>
            </a:extLst>
          </p:cNvPr>
          <p:cNvSpPr/>
          <p:nvPr/>
        </p:nvSpPr>
        <p:spPr>
          <a:xfrm>
            <a:off x="8155899" y="2754442"/>
            <a:ext cx="1858780" cy="1514006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As an admin, I want to manage facility information, so that records are accurate and up-to-date.</a:t>
            </a:r>
            <a:endParaRPr lang="en-ZA" sz="12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41E19F0-3084-7B6B-FB13-3B187C891138}"/>
              </a:ext>
            </a:extLst>
          </p:cNvPr>
          <p:cNvSpPr/>
          <p:nvPr/>
        </p:nvSpPr>
        <p:spPr>
          <a:xfrm>
            <a:off x="269823" y="4736892"/>
            <a:ext cx="1723869" cy="1753849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Only authorized admin accounts can access the admin panel.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Admins have higher privileges than students and mentors.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9586C6D-5267-694D-FE36-1EC31C95CBCB}"/>
              </a:ext>
            </a:extLst>
          </p:cNvPr>
          <p:cNvSpPr/>
          <p:nvPr/>
        </p:nvSpPr>
        <p:spPr>
          <a:xfrm>
            <a:off x="2279755" y="4676930"/>
            <a:ext cx="1723869" cy="1933731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Admin can view all student preferences.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Admin can view facility availability.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Admin can confirm and save placement allocations.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D785CA0-A64B-66D3-4812-E4138A4DA2A1}"/>
              </a:ext>
            </a:extLst>
          </p:cNvPr>
          <p:cNvSpPr/>
          <p:nvPr/>
        </p:nvSpPr>
        <p:spPr>
          <a:xfrm>
            <a:off x="4169765" y="4616971"/>
            <a:ext cx="1752599" cy="209862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Admin dashboard shows hours logged by each student.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System highlights deficits in hours.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F1A6076-AAA9-E4F4-9E9E-A25025AD5C3F}"/>
              </a:ext>
            </a:extLst>
          </p:cNvPr>
          <p:cNvSpPr/>
          <p:nvPr/>
        </p:nvSpPr>
        <p:spPr>
          <a:xfrm>
            <a:off x="5997315" y="4579500"/>
            <a:ext cx="2053652" cy="187377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Reports include attendance, non-compliance, deficit hours, placements, and incidents.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Reports can be exported to PDF or Excel.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0702B7B-4C87-A851-4862-35F086181F1A}"/>
              </a:ext>
            </a:extLst>
          </p:cNvPr>
          <p:cNvSpPr/>
          <p:nvPr/>
        </p:nvSpPr>
        <p:spPr>
          <a:xfrm>
            <a:off x="8173388" y="4616971"/>
            <a:ext cx="1841291" cy="199369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Admin can add, edit, or delete facility details.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Facility info includes name, type, address, contact person, and phone number.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86AA0ED-4C43-C6B2-231B-141577A6753D}"/>
              </a:ext>
            </a:extLst>
          </p:cNvPr>
          <p:cNvSpPr/>
          <p:nvPr/>
        </p:nvSpPr>
        <p:spPr>
          <a:xfrm>
            <a:off x="10165831" y="4676930"/>
            <a:ext cx="1841291" cy="199369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Notifications appear in dashboards.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Optional email alerts sent to users.</a:t>
            </a:r>
          </a:p>
          <a:p>
            <a:pPr algn="ctr"/>
            <a:endParaRPr lang="en-ZA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BBFB95E-CE04-2D9F-D4B8-16501352D078}"/>
              </a:ext>
            </a:extLst>
          </p:cNvPr>
          <p:cNvSpPr/>
          <p:nvPr/>
        </p:nvSpPr>
        <p:spPr>
          <a:xfrm>
            <a:off x="10165831" y="2788169"/>
            <a:ext cx="1858780" cy="1514006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As an admin, I want the system to notify students and mentors about approvals, rejections, or changes in placement, so everyone stays informed.</a:t>
            </a:r>
            <a:endParaRPr lang="en-ZA" sz="12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AEF3FCB-99F3-1547-85B9-C6215C25969B}"/>
              </a:ext>
            </a:extLst>
          </p:cNvPr>
          <p:cNvSpPr/>
          <p:nvPr/>
        </p:nvSpPr>
        <p:spPr>
          <a:xfrm>
            <a:off x="10165831" y="1798810"/>
            <a:ext cx="1858780" cy="689541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400" dirty="0"/>
              <a:t>Notify Students and Mentors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335114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Arial Nova">
      <a:majorFont>
        <a:latin typeface="Arial Nova Light"/>
        <a:ea typeface=""/>
        <a:cs typeface=""/>
      </a:majorFont>
      <a:minorFont>
        <a:latin typeface="Arial Nova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560E646-30AD-4BA0-97EA-A7A07DF54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0CB38EC-895A-4F8F-8F75-E263501ABB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7E70FC5-1855-47AB-8CE1-CB3C873A898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{503E9C68-3F48-49FC-AA4C-759ABE84ECAA}tf11665031_win32</Template>
  <TotalTime>97</TotalTime>
  <Words>789</Words>
  <Application>Microsoft Office PowerPoint</Application>
  <PresentationFormat>Widescreen</PresentationFormat>
  <Paragraphs>76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Arial</vt:lpstr>
      <vt:lpstr>Arial Nova</vt:lpstr>
      <vt:lpstr>Arial Nova Light</vt:lpstr>
      <vt:lpstr>Wingdings 2</vt:lpstr>
      <vt:lpstr>SlateVTI</vt:lpstr>
      <vt:lpstr>Nursing Scheduling User Stories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likhona nxusani</dc:creator>
  <cp:lastModifiedBy>likhona nxusani</cp:lastModifiedBy>
  <cp:revision>3</cp:revision>
  <dcterms:created xsi:type="dcterms:W3CDTF">2025-08-25T23:33:29Z</dcterms:created>
  <dcterms:modified xsi:type="dcterms:W3CDTF">2025-08-26T01:54:55Z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